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301" r:id="rId6"/>
    <p:sldId id="297" r:id="rId7"/>
    <p:sldId id="261" r:id="rId8"/>
    <p:sldId id="293" r:id="rId9"/>
    <p:sldId id="302" r:id="rId10"/>
    <p:sldId id="306" r:id="rId11"/>
    <p:sldId id="303" r:id="rId12"/>
    <p:sldId id="304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B9BDF-7355-4AD0-BF5D-FFF91A2DCB9D}" v="87" dt="2026-02-25T23:54:40.912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6" autoAdjust="0"/>
    <p:restoredTop sz="94839" autoAdjust="0"/>
  </p:normalViewPr>
  <p:slideViewPr>
    <p:cSldViewPr snapToGrid="0" showGuides="1">
      <p:cViewPr varScale="1">
        <p:scale>
          <a:sx n="251" d="100"/>
          <a:sy n="251" d="100"/>
        </p:scale>
        <p:origin x="240" y="62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den Masters" userId="e473093c5183acf6" providerId="LiveId" clId="{5DE40C88-3F8C-4271-A128-AE22E31B6920}"/>
    <pc:docChg chg="undo redo custSel addSld delSld modSld sldOrd">
      <pc:chgData name="Ayden Masters" userId="e473093c5183acf6" providerId="LiveId" clId="{5DE40C88-3F8C-4271-A128-AE22E31B6920}" dt="2026-03-17T22:46:44.006" v="2324" actId="20577"/>
      <pc:docMkLst>
        <pc:docMk/>
      </pc:docMkLst>
      <pc:sldChg chg="addSp delSp modSp mod modClrScheme chgLayout">
        <pc:chgData name="Ayden Masters" userId="e473093c5183acf6" providerId="LiveId" clId="{5DE40C88-3F8C-4271-A128-AE22E31B6920}" dt="2026-02-25T04:27:30.933" v="2123" actId="26606"/>
        <pc:sldMkLst>
          <pc:docMk/>
          <pc:sldMk cId="3666674671" sldId="261"/>
        </pc:sldMkLst>
        <pc:spChg chg="mod">
          <ac:chgData name="Ayden Masters" userId="e473093c5183acf6" providerId="LiveId" clId="{5DE40C88-3F8C-4271-A128-AE22E31B6920}" dt="2026-02-25T04:27:30.933" v="2123" actId="26606"/>
          <ac:spMkLst>
            <pc:docMk/>
            <pc:sldMk cId="3666674671" sldId="261"/>
            <ac:spMk id="2" creationId="{9635F5E3-2B1C-7C0A-8581-67A9052D13AA}"/>
          </ac:spMkLst>
        </pc:spChg>
        <pc:spChg chg="mod">
          <ac:chgData name="Ayden Masters" userId="e473093c5183acf6" providerId="LiveId" clId="{5DE40C88-3F8C-4271-A128-AE22E31B6920}" dt="2026-02-25T04:27:30.933" v="2123" actId="26606"/>
          <ac:spMkLst>
            <pc:docMk/>
            <pc:sldMk cId="3666674671" sldId="261"/>
            <ac:spMk id="3" creationId="{A6A33159-D030-2F82-A142-F75940728319}"/>
          </ac:spMkLst>
        </pc:spChg>
        <pc:spChg chg="mod modVis">
          <ac:chgData name="Ayden Masters" userId="e473093c5183acf6" providerId="LiveId" clId="{5DE40C88-3F8C-4271-A128-AE22E31B6920}" dt="2026-02-25T04:03:14.816" v="1984" actId="26606"/>
          <ac:spMkLst>
            <pc:docMk/>
            <pc:sldMk cId="3666674671" sldId="261"/>
            <ac:spMk id="4" creationId="{14D4AF3B-CC38-C6F7-1058-2FC5EE48D7F2}"/>
          </ac:spMkLst>
        </pc:spChg>
        <pc:spChg chg="add mod">
          <ac:chgData name="Ayden Masters" userId="e473093c5183acf6" providerId="LiveId" clId="{5DE40C88-3F8C-4271-A128-AE22E31B6920}" dt="2026-02-25T04:27:30.933" v="2123" actId="26606"/>
          <ac:spMkLst>
            <pc:docMk/>
            <pc:sldMk cId="3666674671" sldId="261"/>
            <ac:spMk id="11" creationId="{F5F96D2A-6E2C-3BD6-8595-992109E28C8A}"/>
          </ac:spMkLst>
        </pc:spChg>
      </pc:sldChg>
      <pc:sldChg chg="modSp mod">
        <pc:chgData name="Ayden Masters" userId="e473093c5183acf6" providerId="LiveId" clId="{5DE40C88-3F8C-4271-A128-AE22E31B6920}" dt="2026-02-25T04:34:58.328" v="2203" actId="20577"/>
        <pc:sldMkLst>
          <pc:docMk/>
          <pc:sldMk cId="529279411" sldId="289"/>
        </pc:sldMkLst>
        <pc:spChg chg="mod">
          <ac:chgData name="Ayden Masters" userId="e473093c5183acf6" providerId="LiveId" clId="{5DE40C88-3F8C-4271-A128-AE22E31B6920}" dt="2026-02-25T03:43:54.863" v="1639" actId="20577"/>
          <ac:spMkLst>
            <pc:docMk/>
            <pc:sldMk cId="529279411" sldId="289"/>
            <ac:spMk id="24" creationId="{AD2C8D04-263D-9589-1CFF-A5968D7C33D7}"/>
          </ac:spMkLst>
        </pc:spChg>
        <pc:spChg chg="mod">
          <ac:chgData name="Ayden Masters" userId="e473093c5183acf6" providerId="LiveId" clId="{5DE40C88-3F8C-4271-A128-AE22E31B6920}" dt="2026-02-25T04:34:58.328" v="2203" actId="20577"/>
          <ac:spMkLst>
            <pc:docMk/>
            <pc:sldMk cId="529279411" sldId="289"/>
            <ac:spMk id="25" creationId="{B993E4D5-4AD0-4740-096D-6822944C8FF6}"/>
          </ac:spMkLst>
        </pc:spChg>
      </pc:sldChg>
      <pc:sldChg chg="modSp mod">
        <pc:chgData name="Ayden Masters" userId="e473093c5183acf6" providerId="LiveId" clId="{5DE40C88-3F8C-4271-A128-AE22E31B6920}" dt="2026-03-17T22:46:22.740" v="2313" actId="20577"/>
        <pc:sldMkLst>
          <pc:docMk/>
          <pc:sldMk cId="3898447929" sldId="292"/>
        </pc:sldMkLst>
        <pc:spChg chg="mod">
          <ac:chgData name="Ayden Masters" userId="e473093c5183acf6" providerId="LiveId" clId="{5DE40C88-3F8C-4271-A128-AE22E31B6920}" dt="2026-02-24T22:50:07.634" v="494" actId="255"/>
          <ac:spMkLst>
            <pc:docMk/>
            <pc:sldMk cId="3898447929" sldId="292"/>
            <ac:spMk id="7" creationId="{93A3B864-5E85-99D2-93E5-5CA1F4F35DC7}"/>
          </ac:spMkLst>
        </pc:spChg>
        <pc:spChg chg="mod">
          <ac:chgData name="Ayden Masters" userId="e473093c5183acf6" providerId="LiveId" clId="{5DE40C88-3F8C-4271-A128-AE22E31B6920}" dt="2026-03-17T22:46:22.740" v="2313" actId="20577"/>
          <ac:spMkLst>
            <pc:docMk/>
            <pc:sldMk cId="3898447929" sldId="292"/>
            <ac:spMk id="9" creationId="{485E0237-B9A1-0B58-E0AA-05EF84817EB4}"/>
          </ac:spMkLst>
        </pc:spChg>
      </pc:sldChg>
      <pc:sldChg chg="modSp add del mod ord">
        <pc:chgData name="Ayden Masters" userId="e473093c5183acf6" providerId="LiveId" clId="{5DE40C88-3F8C-4271-A128-AE22E31B6920}" dt="2026-02-25T03:03:58.894" v="1438" actId="47"/>
        <pc:sldMkLst>
          <pc:docMk/>
          <pc:sldMk cId="4182148033" sldId="293"/>
        </pc:sldMkLst>
        <pc:spChg chg="mod">
          <ac:chgData name="Ayden Masters" userId="e473093c5183acf6" providerId="LiveId" clId="{5DE40C88-3F8C-4271-A128-AE22E31B6920}" dt="2026-02-24T23:42:16.778" v="1092" actId="948"/>
          <ac:spMkLst>
            <pc:docMk/>
            <pc:sldMk cId="4182148033" sldId="293"/>
            <ac:spMk id="43" creationId="{520E98B6-7B33-8FD4-A662-31DD4B85E22E}"/>
          </ac:spMkLst>
        </pc:spChg>
        <pc:spChg chg="mod">
          <ac:chgData name="Ayden Masters" userId="e473093c5183acf6" providerId="LiveId" clId="{5DE40C88-3F8C-4271-A128-AE22E31B6920}" dt="2026-02-25T03:01:49.331" v="1407" actId="20577"/>
          <ac:spMkLst>
            <pc:docMk/>
            <pc:sldMk cId="4182148033" sldId="293"/>
            <ac:spMk id="44" creationId="{78466807-A2DA-EC5D-ACDE-B83D6F7169EA}"/>
          </ac:spMkLst>
        </pc:spChg>
        <pc:spChg chg="mod">
          <ac:chgData name="Ayden Masters" userId="e473093c5183acf6" providerId="LiveId" clId="{5DE40C88-3F8C-4271-A128-AE22E31B6920}" dt="2026-02-24T23:29:42.536" v="989" actId="20577"/>
          <ac:spMkLst>
            <pc:docMk/>
            <pc:sldMk cId="4182148033" sldId="293"/>
            <ac:spMk id="60" creationId="{0031CE36-F77D-3964-C169-771DBA49D28A}"/>
          </ac:spMkLst>
        </pc:spChg>
      </pc:sldChg>
      <pc:sldChg chg="addSp delSp modSp mod modClrScheme chgLayout">
        <pc:chgData name="Ayden Masters" userId="e473093c5183acf6" providerId="LiveId" clId="{5DE40C88-3F8C-4271-A128-AE22E31B6920}" dt="2026-02-25T04:02:56.407" v="1983" actId="26606"/>
        <pc:sldMkLst>
          <pc:docMk/>
          <pc:sldMk cId="3530111904" sldId="297"/>
        </pc:sldMkLst>
        <pc:spChg chg="mod">
          <ac:chgData name="Ayden Masters" userId="e473093c5183acf6" providerId="LiveId" clId="{5DE40C88-3F8C-4271-A128-AE22E31B6920}" dt="2026-02-25T04:02:56.407" v="1983" actId="26606"/>
          <ac:spMkLst>
            <pc:docMk/>
            <pc:sldMk cId="3530111904" sldId="297"/>
            <ac:spMk id="2" creationId="{AAF2A73C-F597-27B7-8F29-D6406DC4DB9A}"/>
          </ac:spMkLst>
        </pc:spChg>
        <pc:spChg chg="mod">
          <ac:chgData name="Ayden Masters" userId="e473093c5183acf6" providerId="LiveId" clId="{5DE40C88-3F8C-4271-A128-AE22E31B6920}" dt="2026-02-25T04:02:56.407" v="1983" actId="26606"/>
          <ac:spMkLst>
            <pc:docMk/>
            <pc:sldMk cId="3530111904" sldId="297"/>
            <ac:spMk id="3" creationId="{AC190503-C2C6-37F4-4636-9B4A8A3DE4EB}"/>
          </ac:spMkLst>
        </pc:spChg>
      </pc:sldChg>
      <pc:sldChg chg="modSp add mod ord">
        <pc:chgData name="Ayden Masters" userId="e473093c5183acf6" providerId="LiveId" clId="{5DE40C88-3F8C-4271-A128-AE22E31B6920}" dt="2026-03-17T22:46:44.006" v="2324" actId="20577"/>
        <pc:sldMkLst>
          <pc:docMk/>
          <pc:sldMk cId="1925341763" sldId="301"/>
        </pc:sldMkLst>
        <pc:spChg chg="mod">
          <ac:chgData name="Ayden Masters" userId="e473093c5183acf6" providerId="LiveId" clId="{5DE40C88-3F8C-4271-A128-AE22E31B6920}" dt="2026-03-17T22:46:44.006" v="2324" actId="20577"/>
          <ac:spMkLst>
            <pc:docMk/>
            <pc:sldMk cId="1925341763" sldId="301"/>
            <ac:spMk id="24" creationId="{A302A0FE-7CA1-59CD-2F98-113B3A77EF59}"/>
          </ac:spMkLst>
        </pc:spChg>
        <pc:spChg chg="mod">
          <ac:chgData name="Ayden Masters" userId="e473093c5183acf6" providerId="LiveId" clId="{5DE40C88-3F8C-4271-A128-AE22E31B6920}" dt="2026-02-25T03:01:05.298" v="1388"/>
          <ac:spMkLst>
            <pc:docMk/>
            <pc:sldMk cId="1925341763" sldId="301"/>
            <ac:spMk id="25" creationId="{DB042667-47C2-582C-73DF-58ABB510A565}"/>
          </ac:spMkLst>
        </pc:spChg>
      </pc:sldChg>
      <pc:sldChg chg="addSp delSp modSp add mod ord modClrScheme chgLayout">
        <pc:chgData name="Ayden Masters" userId="e473093c5183acf6" providerId="LiveId" clId="{5DE40C88-3F8C-4271-A128-AE22E31B6920}" dt="2026-02-25T04:28:14.529" v="2127" actId="255"/>
        <pc:sldMkLst>
          <pc:docMk/>
          <pc:sldMk cId="2854717771" sldId="302"/>
        </pc:sldMkLst>
        <pc:spChg chg="mod">
          <ac:chgData name="Ayden Masters" userId="e473093c5183acf6" providerId="LiveId" clId="{5DE40C88-3F8C-4271-A128-AE22E31B6920}" dt="2026-02-25T04:28:14.529" v="2127" actId="255"/>
          <ac:spMkLst>
            <pc:docMk/>
            <pc:sldMk cId="2854717771" sldId="302"/>
            <ac:spMk id="2" creationId="{CBD84497-7926-7912-BA9F-54E7AC9A4B79}"/>
          </ac:spMkLst>
        </pc:spChg>
        <pc:spChg chg="add del mod">
          <ac:chgData name="Ayden Masters" userId="e473093c5183acf6" providerId="LiveId" clId="{5DE40C88-3F8C-4271-A128-AE22E31B6920}" dt="2026-02-25T04:28:02.125" v="2126" actId="26606"/>
          <ac:spMkLst>
            <pc:docMk/>
            <pc:sldMk cId="2854717771" sldId="302"/>
            <ac:spMk id="3" creationId="{1078DFD6-7D86-4D41-71F3-FD8E0999BDE1}"/>
          </ac:spMkLst>
        </pc:spChg>
        <pc:spChg chg="mod">
          <ac:chgData name="Ayden Masters" userId="e473093c5183acf6" providerId="LiveId" clId="{5DE40C88-3F8C-4271-A128-AE22E31B6920}" dt="2026-02-25T04:28:02.125" v="2126" actId="26606"/>
          <ac:spMkLst>
            <pc:docMk/>
            <pc:sldMk cId="2854717771" sldId="302"/>
            <ac:spMk id="4" creationId="{4D38DE72-E597-45B6-B4E0-6D4FA9EDF2F1}"/>
          </ac:spMkLst>
        </pc:spChg>
        <pc:spChg chg="add mod">
          <ac:chgData name="Ayden Masters" userId="e473093c5183acf6" providerId="LiveId" clId="{5DE40C88-3F8C-4271-A128-AE22E31B6920}" dt="2026-02-25T04:28:02.125" v="2126" actId="26606"/>
          <ac:spMkLst>
            <pc:docMk/>
            <pc:sldMk cId="2854717771" sldId="302"/>
            <ac:spMk id="9" creationId="{12F8A1D9-8515-16E3-F15C-D652F3CE848C}"/>
          </ac:spMkLst>
        </pc:spChg>
      </pc:sldChg>
      <pc:sldChg chg="addSp delSp modSp add mod ord modClrScheme chgLayout">
        <pc:chgData name="Ayden Masters" userId="e473093c5183acf6" providerId="LiveId" clId="{5DE40C88-3F8C-4271-A128-AE22E31B6920}" dt="2026-02-25T23:59:19.843" v="2298"/>
        <pc:sldMkLst>
          <pc:docMk/>
          <pc:sldMk cId="2830639333" sldId="303"/>
        </pc:sldMkLst>
        <pc:spChg chg="mod">
          <ac:chgData name="Ayden Masters" userId="e473093c5183acf6" providerId="LiveId" clId="{5DE40C88-3F8C-4271-A128-AE22E31B6920}" dt="2026-02-25T23:54:30.477" v="2292" actId="26606"/>
          <ac:spMkLst>
            <pc:docMk/>
            <pc:sldMk cId="2830639333" sldId="303"/>
            <ac:spMk id="2" creationId="{82967672-5E3E-9EB8-7763-BF3A8CB27F4C}"/>
          </ac:spMkLst>
        </pc:spChg>
        <pc:spChg chg="mod">
          <ac:chgData name="Ayden Masters" userId="e473093c5183acf6" providerId="LiveId" clId="{5DE40C88-3F8C-4271-A128-AE22E31B6920}" dt="2026-02-25T23:54:41.002" v="2296" actId="27636"/>
          <ac:spMkLst>
            <pc:docMk/>
            <pc:sldMk cId="2830639333" sldId="303"/>
            <ac:spMk id="3" creationId="{2DB6CB73-D3D7-B3B2-51A6-9B56652263D5}"/>
          </ac:spMkLst>
        </pc:spChg>
        <pc:spChg chg="mod">
          <ac:chgData name="Ayden Masters" userId="e473093c5183acf6" providerId="LiveId" clId="{5DE40C88-3F8C-4271-A128-AE22E31B6920}" dt="2026-02-25T23:54:30.477" v="2292" actId="26606"/>
          <ac:spMkLst>
            <pc:docMk/>
            <pc:sldMk cId="2830639333" sldId="303"/>
            <ac:spMk id="4" creationId="{D1A39E6F-1F73-DCEE-5EED-65B56816C0B0}"/>
          </ac:spMkLst>
        </pc:spChg>
        <pc:spChg chg="add del mod">
          <ac:chgData name="Ayden Masters" userId="e473093c5183acf6" providerId="LiveId" clId="{5DE40C88-3F8C-4271-A128-AE22E31B6920}" dt="2026-02-25T23:54:30.477" v="2292" actId="26606"/>
          <ac:spMkLst>
            <pc:docMk/>
            <pc:sldMk cId="2830639333" sldId="303"/>
            <ac:spMk id="9" creationId="{7B182474-070A-AB68-AE2F-7608D43DA1B2}"/>
          </ac:spMkLst>
        </pc:spChg>
      </pc:sldChg>
      <pc:sldChg chg="addSp modSp add mod ord modClrScheme chgLayout">
        <pc:chgData name="Ayden Masters" userId="e473093c5183acf6" providerId="LiveId" clId="{5DE40C88-3F8C-4271-A128-AE22E31B6920}" dt="2026-02-25T23:59:21.619" v="2300"/>
        <pc:sldMkLst>
          <pc:docMk/>
          <pc:sldMk cId="480987750" sldId="304"/>
        </pc:sldMkLst>
        <pc:spChg chg="mod">
          <ac:chgData name="Ayden Masters" userId="e473093c5183acf6" providerId="LiveId" clId="{5DE40C88-3F8C-4271-A128-AE22E31B6920}" dt="2026-02-25T23:53:50.270" v="2273" actId="26606"/>
          <ac:spMkLst>
            <pc:docMk/>
            <pc:sldMk cId="480987750" sldId="304"/>
            <ac:spMk id="2" creationId="{75070440-C55B-5DA4-EC85-2F5DBD2EB6E8}"/>
          </ac:spMkLst>
        </pc:spChg>
        <pc:spChg chg="mod">
          <ac:chgData name="Ayden Masters" userId="e473093c5183acf6" providerId="LiveId" clId="{5DE40C88-3F8C-4271-A128-AE22E31B6920}" dt="2026-02-25T23:53:50.270" v="2273" actId="26606"/>
          <ac:spMkLst>
            <pc:docMk/>
            <pc:sldMk cId="480987750" sldId="304"/>
            <ac:spMk id="3" creationId="{49ABAF0F-E1AA-0E4D-295B-DE787F5C76DA}"/>
          </ac:spMkLst>
        </pc:spChg>
        <pc:spChg chg="mod">
          <ac:chgData name="Ayden Masters" userId="e473093c5183acf6" providerId="LiveId" clId="{5DE40C88-3F8C-4271-A128-AE22E31B6920}" dt="2026-02-25T23:53:50.270" v="2273" actId="26606"/>
          <ac:spMkLst>
            <pc:docMk/>
            <pc:sldMk cId="480987750" sldId="304"/>
            <ac:spMk id="4" creationId="{EB030B61-2A84-3F37-5DAD-432D41A7F606}"/>
          </ac:spMkLst>
        </pc:spChg>
        <pc:spChg chg="add mod">
          <ac:chgData name="Ayden Masters" userId="e473093c5183acf6" providerId="LiveId" clId="{5DE40C88-3F8C-4271-A128-AE22E31B6920}" dt="2026-02-25T23:53:50.270" v="2273" actId="26606"/>
          <ac:spMkLst>
            <pc:docMk/>
            <pc:sldMk cId="480987750" sldId="304"/>
            <ac:spMk id="9" creationId="{82F000E5-7CAC-DE5C-5FA7-17AF82CD2290}"/>
          </ac:spMkLst>
        </pc:spChg>
      </pc:sldChg>
      <pc:sldChg chg="addSp delSp modSp add mod ord modClrScheme chgLayout">
        <pc:chgData name="Ayden Masters" userId="e473093c5183acf6" providerId="LiveId" clId="{5DE40C88-3F8C-4271-A128-AE22E31B6920}" dt="2026-02-25T23:59:31.288" v="2304"/>
        <pc:sldMkLst>
          <pc:docMk/>
          <pc:sldMk cId="2750650601" sldId="306"/>
        </pc:sldMkLst>
        <pc:spChg chg="mod ord">
          <ac:chgData name="Ayden Masters" userId="e473093c5183acf6" providerId="LiveId" clId="{5DE40C88-3F8C-4271-A128-AE22E31B6920}" dt="2026-02-25T04:18:23.217" v="2094" actId="20577"/>
          <ac:spMkLst>
            <pc:docMk/>
            <pc:sldMk cId="2750650601" sldId="306"/>
            <ac:spMk id="2" creationId="{D3389270-CFC0-77C4-558D-1C9C14A66DCB}"/>
          </ac:spMkLst>
        </pc:spChg>
        <pc:spChg chg="add mod">
          <ac:chgData name="Ayden Masters" userId="e473093c5183acf6" providerId="LiveId" clId="{5DE40C88-3F8C-4271-A128-AE22E31B6920}" dt="2026-02-25T04:21:46.666" v="2111" actId="1076"/>
          <ac:spMkLst>
            <pc:docMk/>
            <pc:sldMk cId="2750650601" sldId="306"/>
            <ac:spMk id="7" creationId="{E85A0BF2-AC82-5284-6F8F-26515F9B52E6}"/>
          </ac:spMkLst>
        </pc:spChg>
        <pc:spChg chg="mod">
          <ac:chgData name="Ayden Masters" userId="e473093c5183acf6" providerId="LiveId" clId="{5DE40C88-3F8C-4271-A128-AE22E31B6920}" dt="2026-02-25T23:46:50.371" v="2272" actId="20577"/>
          <ac:spMkLst>
            <pc:docMk/>
            <pc:sldMk cId="2750650601" sldId="306"/>
            <ac:spMk id="8" creationId="{CF6228C3-EF92-4430-5950-F3DF3F76474F}"/>
          </ac:spMkLst>
        </pc:spChg>
        <pc:spChg chg="mod">
          <ac:chgData name="Ayden Masters" userId="e473093c5183acf6" providerId="LiveId" clId="{5DE40C88-3F8C-4271-A128-AE22E31B6920}" dt="2026-02-25T04:15:37.203" v="2076" actId="5793"/>
          <ac:spMkLst>
            <pc:docMk/>
            <pc:sldMk cId="2750650601" sldId="306"/>
            <ac:spMk id="15" creationId="{DCCFFB1A-744D-0FFA-27F2-F9BCB4232666}"/>
          </ac:spMkLst>
        </pc:spChg>
        <pc:graphicFrameChg chg="add mod ord modGraphic">
          <ac:chgData name="Ayden Masters" userId="e473093c5183acf6" providerId="LiveId" clId="{5DE40C88-3F8C-4271-A128-AE22E31B6920}" dt="2026-02-25T04:23:15.862" v="2118" actId="14734"/>
          <ac:graphicFrameMkLst>
            <pc:docMk/>
            <pc:sldMk cId="2750650601" sldId="306"/>
            <ac:graphicFrameMk id="6" creationId="{66ADFC8E-5DBF-0C45-00B9-7234F5A1F979}"/>
          </ac:graphicFrameMkLst>
        </pc:graphicFrameChg>
      </pc:sldChg>
      <pc:sldMasterChg chg="delSldLayout">
        <pc:chgData name="Ayden Masters" userId="e473093c5183acf6" providerId="LiveId" clId="{5DE40C88-3F8C-4271-A128-AE22E31B6920}" dt="2026-02-25T03:35:33.911" v="1610" actId="47"/>
        <pc:sldMasterMkLst>
          <pc:docMk/>
          <pc:sldMasterMk cId="2020574204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C612-58CA-5145-14A1-0E2170AB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2302C-B7E3-08E6-C19F-1F6CF8E13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B7E99-D0CC-0DFE-9B22-E6A5D3856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4A08B-2598-6E4B-1E6A-F23E14DC8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1884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2232-4643-0ADB-035A-BE515443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918CD-E7F5-A438-2F28-53E69513B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C8973-7169-8941-5AE8-7D597E37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4BFAA-C9A5-487B-1B29-97D0801D5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292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1" y="731520"/>
            <a:ext cx="5598265" cy="3291840"/>
          </a:xfrm>
        </p:spPr>
        <p:txBody>
          <a:bodyPr lIns="0" anchor="b" anchorCtr="0"/>
          <a:lstStyle/>
          <a:p>
            <a:r>
              <a:rPr lang="en-US" altLang="zh-CN" dirty="0"/>
              <a:t>PowerShell Profiles </a:t>
            </a:r>
            <a:r>
              <a:rPr lang="en-US" altLang="zh-CN" sz="800" dirty="0"/>
              <a:t>(</a:t>
            </a:r>
            <a:r>
              <a:rPr lang="en-US" sz="800" dirty="0"/>
              <a:t>because typing the same thing 400 times is not automation</a:t>
            </a:r>
            <a:r>
              <a:rPr lang="en-US" altLang="zh-CN" sz="800" dirty="0"/>
              <a:t>)</a:t>
            </a:r>
            <a:endParaRPr lang="en-US" sz="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 err="1"/>
              <a:t>Somberous</a:t>
            </a:r>
            <a:endParaRPr lang="en-US" dirty="0"/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4C9A-220F-E4AF-DA8B-685FE824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302A0FE-7CA1-59CD-2F98-113B3A77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&gt; </a:t>
            </a:r>
            <a:r>
              <a:rPr lang="en-US" dirty="0" err="1"/>
              <a:t>whoami</a:t>
            </a:r>
            <a:br>
              <a:rPr lang="en-US" dirty="0"/>
            </a:br>
            <a:r>
              <a:rPr lang="en-US" sz="1800" dirty="0"/>
              <a:t>Laptop\</a:t>
            </a:r>
            <a:r>
              <a:rPr lang="en-US" sz="1800" dirty="0" err="1"/>
              <a:t>Somberous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B042667-47C2-582C-73DF-58ABB510A56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DevOps Guy</a:t>
            </a:r>
          </a:p>
          <a:p>
            <a:r>
              <a:rPr lang="en-US" dirty="0"/>
              <a:t>IT Professional (~7 years)</a:t>
            </a:r>
          </a:p>
          <a:p>
            <a:r>
              <a:rPr lang="en-US" dirty="0"/>
              <a:t>Automator of things</a:t>
            </a:r>
          </a:p>
          <a:p>
            <a:r>
              <a:rPr lang="en-US" dirty="0"/>
              <a:t>Writes Scripts to Avoid Writing Scripts</a:t>
            </a:r>
          </a:p>
        </p:txBody>
      </p:sp>
    </p:spTree>
    <p:extLst>
      <p:ext uri="{BB962C8B-B14F-4D97-AF65-F5344CB8AC3E}">
        <p14:creationId xmlns:p14="http://schemas.microsoft.com/office/powerpoint/2010/main" val="1925341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What is a PowerShell Profile?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>
            <a:normAutofit/>
          </a:bodyPr>
          <a:lstStyle/>
          <a:p>
            <a:endParaRPr lang="en-US" sz="800"/>
          </a:p>
          <a:p>
            <a:r>
              <a:rPr lang="en-US" sz="1200"/>
              <a:t>In simple terms: the magic behind “it works on my machine”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 anchorCtr="0">
            <a:normAutofit/>
          </a:bodyPr>
          <a:lstStyle/>
          <a:p>
            <a:r>
              <a:rPr lang="en-US"/>
              <a:t>Jokes Aside… </a:t>
            </a:r>
            <a:br>
              <a:rPr lang="en-US"/>
            </a:br>
            <a:br>
              <a:rPr lang="en-US"/>
            </a:br>
            <a:r>
              <a:rPr lang="en-US"/>
              <a:t>A Profile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script that runs automatically when PowerShell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customizes your environment before you type a single 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can define aliases, functions, modules, prompts, key bindings, environment variables, etc…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Ultimately, it’s a configuration file for your shell</a:t>
            </a:r>
          </a:p>
          <a:p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5F96D2A-6E2C-3BD6-8595-992109E2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4</a:t>
            </a:fld>
            <a:endParaRPr lang="en-US" altLang="zh-CN" noProof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/>
          <a:lstStyle/>
          <a:p>
            <a:r>
              <a:rPr lang="en-US" dirty="0"/>
              <a:t>Where does a $PROFILE live?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>
            <a:normAutofit/>
          </a:bodyPr>
          <a:lstStyle/>
          <a:p>
            <a:r>
              <a:rPr lang="en-US" dirty="0"/>
              <a:t>The 4 Profile Scopes: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dirty="0"/>
              <a:t>Current User / Current Host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dirty="0"/>
              <a:t>Current User / All Hosts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dirty="0"/>
              <a:t>All Users / Current Host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dirty="0"/>
              <a:t>All Users / All Hosts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027170" y="3108960"/>
            <a:ext cx="4667250" cy="2651760"/>
          </a:xfrm>
        </p:spPr>
        <p:txBody>
          <a:bodyPr>
            <a:normAutofit/>
          </a:bodyPr>
          <a:lstStyle/>
          <a:p>
            <a:r>
              <a:rPr lang="en-US" dirty="0"/>
              <a:t>How to Access Each (In the shell):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$</a:t>
            </a:r>
            <a:r>
              <a:rPr lang="en-US" sz="1600" b="0" dirty="0" err="1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PROFILE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0xProto Nerd Font" panose="02000009000000000000" pitchFamily="50" charset="0"/>
              </a:rPr>
              <a:t>.CurrentUserCurrentHost</a:t>
            </a:r>
            <a:endParaRPr lang="en-US" sz="1600" b="0" dirty="0">
              <a:solidFill>
                <a:srgbClr val="ADBAC7"/>
              </a:solidFill>
              <a:effectLst/>
              <a:latin typeface="0xProto Nerd Font" panose="02000009000000000000" pitchFamily="50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$</a:t>
            </a:r>
            <a:r>
              <a:rPr lang="en-US" sz="1600" b="0" dirty="0" err="1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PROFILE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0xProto Nerd Font" panose="02000009000000000000" pitchFamily="50" charset="0"/>
              </a:rPr>
              <a:t>.CurrentUserAllHosts</a:t>
            </a:r>
            <a:endParaRPr lang="en-US" sz="1600" b="0" dirty="0">
              <a:solidFill>
                <a:srgbClr val="ADBAC7"/>
              </a:solidFill>
              <a:effectLst/>
              <a:latin typeface="0xProto Nerd Font" panose="02000009000000000000" pitchFamily="50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$</a:t>
            </a:r>
            <a:r>
              <a:rPr lang="en-US" sz="1600" b="0" dirty="0" err="1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PROFILE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0xProto Nerd Font" panose="02000009000000000000" pitchFamily="50" charset="0"/>
              </a:rPr>
              <a:t>.AllUsersCurrentHost</a:t>
            </a:r>
            <a:endParaRPr lang="en-US" sz="1600" b="0" dirty="0">
              <a:solidFill>
                <a:srgbClr val="ADBAC7"/>
              </a:solidFill>
              <a:effectLst/>
              <a:latin typeface="0xProto Nerd Font" panose="02000009000000000000" pitchFamily="50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$</a:t>
            </a:r>
            <a:r>
              <a:rPr lang="en-US" sz="1600" b="0" dirty="0" err="1">
                <a:solidFill>
                  <a:srgbClr val="6CB6FF"/>
                </a:solidFill>
                <a:effectLst/>
                <a:latin typeface="0xProto Nerd Font" panose="02000009000000000000" pitchFamily="50" charset="0"/>
              </a:rPr>
              <a:t>PROFILE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0xProto Nerd Font" panose="02000009000000000000" pitchFamily="50" charset="0"/>
              </a:rPr>
              <a:t>.AllUsersAllHosts</a:t>
            </a:r>
            <a:endParaRPr lang="en-US" sz="1600" b="0" dirty="0">
              <a:solidFill>
                <a:srgbClr val="ADBAC7"/>
              </a:solidFill>
              <a:effectLst/>
              <a:latin typeface="0xProto Nerd Font" panose="02000009000000000000" pitchFamily="50" charset="0"/>
            </a:endParaRPr>
          </a:p>
          <a:p>
            <a:endParaRPr lang="en-US" sz="1600" b="0" dirty="0">
              <a:solidFill>
                <a:srgbClr val="6CB6FF"/>
              </a:solidFill>
              <a:effectLst/>
              <a:latin typeface="0xProto Nerd Font" panose="02000009000000000000" pitchFamily="50" charset="0"/>
            </a:endParaRP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00B9-636C-34D7-960B-A9AC9BA3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4497-7926-7912-BA9F-54E7AC9A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$PROFILE Load Priority… </a:t>
            </a:r>
            <a:r>
              <a:rPr lang="en-US" sz="1200" dirty="0"/>
              <a:t>(Wait there’s four!?)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8DFD6-7D86-4D41-71F3-FD8E0999BD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PowerShell Loads Profiles in this order: </a:t>
            </a:r>
          </a:p>
          <a:p>
            <a:r>
              <a:rPr lang="en-US" dirty="0"/>
              <a:t>All Users / All Hosts</a:t>
            </a:r>
          </a:p>
          <a:p>
            <a:r>
              <a:rPr lang="en-US" dirty="0"/>
              <a:t>All Users / Current Hosts</a:t>
            </a:r>
          </a:p>
          <a:p>
            <a:r>
              <a:rPr lang="en-US" dirty="0"/>
              <a:t>Current User / All Hosts</a:t>
            </a:r>
          </a:p>
          <a:p>
            <a:r>
              <a:rPr lang="en-US" dirty="0"/>
              <a:t>Current User / Current Host</a:t>
            </a:r>
          </a:p>
          <a:p>
            <a:pPr marL="0" indent="0">
              <a:buNone/>
            </a:pPr>
            <a:r>
              <a:rPr lang="en-US" dirty="0"/>
              <a:t>Later profiles override earlier ones (when they overlap).</a:t>
            </a:r>
          </a:p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F8A1D9-8515-16E3-F15C-D652F3CE8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8DE72-E597-45B6-B4E0-6D4FA9EDF2F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1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A24B-AB5A-0CE6-28B6-1824173C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F6228C3-EF92-4430-5950-F3DF3F76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Profile Layering</a:t>
            </a:r>
            <a:br>
              <a:rPr lang="en-US" b="1" kern="1200" dirty="0">
                <a:latin typeface="+mj-lt"/>
                <a:ea typeface="+mj-ea"/>
                <a:cs typeface="+mj-cs"/>
              </a:rPr>
            </a:br>
            <a:r>
              <a:rPr lang="en-US" b="1" kern="1200" dirty="0"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DCCFFB1A-744D-0FFA-27F2-F9BCB4232666}"/>
              </a:ext>
            </a:extLst>
          </p:cNvPr>
          <p:cNvSpPr txBox="1">
            <a:spLocks/>
          </p:cNvSpPr>
          <p:nvPr/>
        </p:nvSpPr>
        <p:spPr>
          <a:xfrm>
            <a:off x="5852160" y="731520"/>
            <a:ext cx="5486400" cy="1737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fontAlgn="auto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89270-CFC0-77C4-558D-1C9C14A66DC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7</a:t>
            </a:fld>
            <a:endParaRPr lang="en-US" altLang="zh-C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ADFC8E-5DBF-0C45-00B9-7234F5A1F979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866650209"/>
              </p:ext>
            </p:extLst>
          </p:nvPr>
        </p:nvGraphicFramePr>
        <p:xfrm>
          <a:off x="914400" y="2846885"/>
          <a:ext cx="8348473" cy="258422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768038">
                  <a:extLst>
                    <a:ext uri="{9D8B030D-6E8A-4147-A177-3AD203B41FA5}">
                      <a16:colId xmlns:a16="http://schemas.microsoft.com/office/drawing/2014/main" val="4009216197"/>
                    </a:ext>
                  </a:extLst>
                </a:gridCol>
                <a:gridCol w="2772612">
                  <a:extLst>
                    <a:ext uri="{9D8B030D-6E8A-4147-A177-3AD203B41FA5}">
                      <a16:colId xmlns:a16="http://schemas.microsoft.com/office/drawing/2014/main" val="453290385"/>
                    </a:ext>
                  </a:extLst>
                </a:gridCol>
                <a:gridCol w="2807823">
                  <a:extLst>
                    <a:ext uri="{9D8B030D-6E8A-4147-A177-3AD203B41FA5}">
                      <a16:colId xmlns:a16="http://schemas.microsoft.com/office/drawing/2014/main" val="1243684704"/>
                    </a:ext>
                  </a:extLst>
                </a:gridCol>
              </a:tblGrid>
              <a:tr h="620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AllUsersAllHosts</a:t>
                      </a:r>
                      <a:endParaRPr lang="en-US" sz="1800" b="1" dirty="0"/>
                    </a:p>
                    <a:p>
                      <a:endParaRPr lang="en-US" sz="1800" dirty="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CurrentUserAllHosts</a:t>
                      </a:r>
                      <a:endParaRPr lang="en-US" sz="1800" dirty="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CurrentUserCurrentHost</a:t>
                      </a:r>
                      <a:endParaRPr lang="en-US" sz="1800" dirty="0"/>
                    </a:p>
                  </a:txBody>
                  <a:tcPr marL="90221" marR="90221" marT="45111" marB="45111"/>
                </a:tc>
                <a:extLst>
                  <a:ext uri="{0D108BD9-81ED-4DB2-BD59-A6C34878D82A}">
                    <a16:rowId xmlns:a16="http://schemas.microsoft.com/office/drawing/2014/main" val="505715462"/>
                  </a:ext>
                </a:extLst>
              </a:tr>
              <a:tr h="54187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Generic helper functions</a:t>
                      </a:r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My aliases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VS Code tweaks</a:t>
                      </a:r>
                    </a:p>
                  </a:txBody>
                  <a:tcPr marL="90221" marR="90221" marT="45111" marB="45111"/>
                </a:tc>
                <a:extLst>
                  <a:ext uri="{0D108BD9-81ED-4DB2-BD59-A6C34878D82A}">
                    <a16:rowId xmlns:a16="http://schemas.microsoft.com/office/drawing/2014/main" val="191156228"/>
                  </a:ext>
                </a:extLst>
              </a:tr>
              <a:tr h="5708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Safe defaults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My environment variables</a:t>
                      </a:r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Terminal-specific behavior</a:t>
                      </a:r>
                    </a:p>
                    <a:p>
                      <a:pPr algn="l"/>
                      <a:endParaRPr lang="en-US" sz="1800"/>
                    </a:p>
                  </a:txBody>
                  <a:tcPr marL="90221" marR="90221" marT="45111" marB="45111"/>
                </a:tc>
                <a:extLst>
                  <a:ext uri="{0D108BD9-81ED-4DB2-BD59-A6C34878D82A}">
                    <a16:rowId xmlns:a16="http://schemas.microsoft.com/office/drawing/2014/main" val="1440421162"/>
                  </a:ext>
                </a:extLst>
              </a:tr>
              <a:tr h="6676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Core modules</a:t>
                      </a:r>
                    </a:p>
                    <a:p>
                      <a:pPr algn="l"/>
                      <a:endParaRPr lang="en-US" sz="180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My prompt</a:t>
                      </a:r>
                    </a:p>
                    <a:p>
                      <a:pPr algn="l"/>
                      <a:endParaRPr lang="en-US" sz="1800"/>
                    </a:p>
                  </a:txBody>
                  <a:tcPr marL="90221" marR="90221" marT="45111" marB="451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Debug/testing stuff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 marL="90221" marR="90221" marT="45111" marB="45111"/>
                </a:tc>
                <a:extLst>
                  <a:ext uri="{0D108BD9-81ED-4DB2-BD59-A6C34878D82A}">
                    <a16:rowId xmlns:a16="http://schemas.microsoft.com/office/drawing/2014/main" val="143949129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85A0BF2-AC82-5284-6F8F-26515F9B52E6}"/>
              </a:ext>
            </a:extLst>
          </p:cNvPr>
          <p:cNvSpPr/>
          <p:nvPr/>
        </p:nvSpPr>
        <p:spPr>
          <a:xfrm>
            <a:off x="2779606" y="2057718"/>
            <a:ext cx="461805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Less Specific  →  →  →  More Specific</a:t>
            </a:r>
          </a:p>
        </p:txBody>
      </p:sp>
    </p:spTree>
    <p:extLst>
      <p:ext uri="{BB962C8B-B14F-4D97-AF65-F5344CB8AC3E}">
        <p14:creationId xmlns:p14="http://schemas.microsoft.com/office/powerpoint/2010/main" val="275065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246C-43F8-24C2-E5D7-72A417E5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7672-5E3E-9EB8-7763-BF3A8CB2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What Goes In a Profile?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182474-070A-AB68-AE2F-7608D43DA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6CB73-D3D7-B3B2-51A6-9B56652263D5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/>
              <a:t>Examples:</a:t>
            </a:r>
          </a:p>
          <a:p>
            <a:r>
              <a:rPr lang="en-US" sz="1700" dirty="0"/>
              <a:t>Custom prompt</a:t>
            </a:r>
          </a:p>
          <a:p>
            <a:r>
              <a:rPr lang="en-US" sz="1700" dirty="0"/>
              <a:t>Aliases</a:t>
            </a:r>
          </a:p>
          <a:p>
            <a:r>
              <a:rPr lang="en-US" sz="1700" dirty="0"/>
              <a:t>Functions</a:t>
            </a:r>
          </a:p>
          <a:p>
            <a:r>
              <a:rPr lang="en-US" sz="1700" dirty="0" err="1"/>
              <a:t>PSReadLine</a:t>
            </a:r>
            <a:r>
              <a:rPr lang="en-US" sz="1700" dirty="0"/>
              <a:t> settings</a:t>
            </a:r>
          </a:p>
          <a:p>
            <a:r>
              <a:rPr lang="en-US" sz="1700" dirty="0"/>
              <a:t>Environment setup</a:t>
            </a:r>
          </a:p>
          <a:p>
            <a:r>
              <a:rPr lang="en-US" sz="1700" dirty="0"/>
              <a:t>Importing common scripts</a:t>
            </a:r>
          </a:p>
          <a:p>
            <a:r>
              <a:rPr lang="en-US" sz="1700" dirty="0"/>
              <a:t>Prompt theming (Oh My Posh, Starship, etc.)</a:t>
            </a:r>
          </a:p>
          <a:p>
            <a:r>
              <a:rPr lang="en-US" sz="1600" dirty="0"/>
              <a:t>Module auto-loading</a:t>
            </a:r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39E6F-1F73-DCEE-5EED-65B56816C0B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3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7D32D-A0F9-1E35-CB74-3BB28E22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0440-C55B-5DA4-EC85-2F5DBD2E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What Should NOT Go In a Profile?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F000E5-7CAC-DE5C-5FA7-17AF82CD2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BAF0F-E1AA-0E4D-295B-DE787F5C76DA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Slow network calls</a:t>
            </a:r>
          </a:p>
          <a:p>
            <a:r>
              <a:rPr lang="en-US" dirty="0"/>
              <a:t>Heavy module imports</a:t>
            </a:r>
          </a:p>
          <a:p>
            <a:r>
              <a:rPr lang="en-US" dirty="0"/>
              <a:t>Anything interactive</a:t>
            </a:r>
          </a:p>
          <a:p>
            <a:r>
              <a:rPr lang="en-US" dirty="0"/>
              <a:t>Long-running logic</a:t>
            </a:r>
          </a:p>
          <a:p>
            <a:r>
              <a:rPr lang="en-US" dirty="0"/>
              <a:t>Random write-host spam</a:t>
            </a:r>
          </a:p>
          <a:p>
            <a:pPr marL="0" indent="0">
              <a:buNone/>
            </a:pPr>
            <a:r>
              <a:rPr lang="en-US" dirty="0"/>
              <a:t>If your shell takes 4 seconds to open… your profile is the problem.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30B61-2A84-3F37-5DAD-432D41A7F60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87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It’s </a:t>
            </a:r>
            <a:r>
              <a:rPr lang="en-US"/>
              <a:t>demo time!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{129735B6-13C8-4B9B-9474-A2CADD326DCD}TF63aebcec-8e39-4664-940a-dd6c2f00c54d020a9832_win32-3cdd3ee32610</Template>
  <TotalTime>3050</TotalTime>
  <Words>343</Words>
  <Application>Microsoft Office PowerPoint</Application>
  <PresentationFormat>Widescreen</PresentationFormat>
  <Paragraphs>80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0xProto Nerd Font</vt:lpstr>
      <vt:lpstr>Abadi</vt:lpstr>
      <vt:lpstr>Arial</vt:lpstr>
      <vt:lpstr>Calibri</vt:lpstr>
      <vt:lpstr>Posterama</vt:lpstr>
      <vt:lpstr>Posterama Text SemiBold</vt:lpstr>
      <vt:lpstr>Custom</vt:lpstr>
      <vt:lpstr>PowerShell Profiles (because typing the same thing 400 times is not automation)</vt:lpstr>
      <vt:lpstr>&gt; whoami Laptop\Somberous</vt:lpstr>
      <vt:lpstr>What is a PowerShell Profile?</vt:lpstr>
      <vt:lpstr>Jokes Aside…   A Profile is:</vt:lpstr>
      <vt:lpstr>Where does a $PROFILE live?</vt:lpstr>
      <vt:lpstr>$PROFILE Load Priority… (Wait there’s four!?)</vt:lpstr>
      <vt:lpstr>Profile Layering Example</vt:lpstr>
      <vt:lpstr>What Goes In a Profile?</vt:lpstr>
      <vt:lpstr>What Should NOT Go In a Profile?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Ayden Masters</dc:creator>
  <cp:lastModifiedBy>Ayden Masters</cp:lastModifiedBy>
  <cp:revision>1</cp:revision>
  <dcterms:created xsi:type="dcterms:W3CDTF">2026-02-23T02:13:37Z</dcterms:created>
  <dcterms:modified xsi:type="dcterms:W3CDTF">2026-03-17T22:46:50Z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